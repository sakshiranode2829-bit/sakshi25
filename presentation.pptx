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1"/>
  </p:sldMasterIdLst>
  <p:notesMasterIdLst>
    <p:notesMasterId r:id="rId6"/>
  </p:notesMasterIdLst>
  <p:sldIdLst>
    <p:sldId id="258" r:id="rId2"/>
    <p:sldId id="262" r:id="rId3"/>
    <p:sldId id="256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ksshi Ranode" initials="SR" lastIdx="2" clrIdx="0">
    <p:extLst>
      <p:ext uri="{19B8F6BF-5375-455C-9EA6-DF929625EA0E}">
        <p15:presenceInfo xmlns:p15="http://schemas.microsoft.com/office/powerpoint/2012/main" userId="c52d9fe87ccaa21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346" autoAdjust="0"/>
  </p:normalViewPr>
  <p:slideViewPr>
    <p:cSldViewPr snapToGrid="0">
      <p:cViewPr varScale="1">
        <p:scale>
          <a:sx n="73" d="100"/>
          <a:sy n="73" d="100"/>
        </p:scale>
        <p:origin x="107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B8B7D1-A1EA-448E-9456-78BF43628BC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49E3B-4A31-4A73-8374-FFFB21597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64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A0DA-06C4-3CA9-B294-A881922AD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3B817-5BA3-A5BE-01CE-2617B3AF0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11E76-352A-FC53-27C4-9D2976594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F1F4-2733-F10C-D6C3-F315C9BF3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7C992-34D1-5C55-9EAD-A72794EB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87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1851-1362-5DFB-5F90-26BBB8C3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574DE-AE58-18BE-72CB-88B7740D6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939F0-2ED2-7A87-5094-942A30C7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4E0FD-8CA2-674B-96EB-5E656ED1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A5618-2084-85CF-A021-6A126B50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297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F54E-ACC0-1455-A1B2-6CC29C1BC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207C-B3B5-B4C7-2ABA-5F6A34A40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A35E1-3E2B-6559-BD23-B2263693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482E0-1600-9A35-E043-74A18730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7E892-5E4A-4F54-B6E6-689DFDD96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829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FCCEE-1922-AE33-38A6-CEE75011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671AA-B89F-E92E-CAEB-776274454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BD2B4-3CEB-2CE9-74B4-62B1E8089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FFC36-39B6-5167-CBE3-F30F51A8F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C4E29-7E17-B059-1E07-078B0190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50192-C0F6-E76B-E854-742E28ED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70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1AB3-B80B-8834-3D3E-5F55B1EA8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1014A-71FF-2A1F-9A98-34213BD18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5D302-14FE-5C04-2FF2-2AAAFC20C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BC3E6-46CC-6405-5D3A-D4060E9F0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934794-9A92-F031-10E4-6653F5C79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740950-372D-7EEA-3383-139F34BB8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21D70-4F30-206E-A5EC-EFC7A2CFC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AAB41-0FB2-2B2D-E25B-090B1F06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77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C3D7-549B-4F1C-91C7-66696436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B6D3-A511-0779-81CD-052229EF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FFD6F-CBFC-9344-54CD-14D69BD6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C65A8-9476-5F7F-BA24-6BBC8C41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795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1CDB7-823D-8F53-38C1-6788A7E1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B1C0E1-C4BB-6BF6-A11E-3EF724D3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7EE1C-012C-2C97-6208-E241638A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79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A2B5-6569-36D7-D3E2-CB713AA0A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7192C-DD1E-4755-6824-D1070B453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9B07C-F26D-E787-B1EA-9A1DB6639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58699-D37D-F492-21D5-1E38475F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52AF4-842D-4B9D-094C-84EBEA4A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2592E-92DA-3F57-7891-D4F93E83C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738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7EB6-4B17-2981-BD7F-BA6518F5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3F73C-63F1-C7BA-4F30-7E1327E35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09770-8A47-760A-C3B2-AEC64149E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EE09A-6524-7AE8-75BF-7F5CA184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69E7F-810B-31DA-4F72-3ECAAD16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DDC2-C1EB-5054-416F-89740C44B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50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97F1-4D07-FBF6-80BD-398EABA2E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38E0C-CC3F-CFAF-8BF2-529C60873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FAC16-E566-A1C7-EFBA-E66A439A3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EA22D-7FBD-D356-E3F8-A770BBED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3DFB-A180-8A7A-7CAA-DF1D11FB1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29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4502D3-D171-71A0-6407-E39BCD492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960C2-2562-08C9-3A7F-E0DC1DFC0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3B855-2247-B218-2DDF-5A1A55DF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BFA79-B108-E7C7-1697-AAF549D42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AC0F0-C2DF-0C4D-7EFF-FDDC6249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77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0000"/>
                <a:lumOff val="60000"/>
              </a:schemeClr>
            </a:gs>
            <a:gs pos="53132">
              <a:srgbClr val="C4E5EC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F1B4FD-A0CB-E58C-8525-E3E8820A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4E5D3-9537-374A-B0E4-26A2589AB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B951A-FE76-863D-9654-E82DA7E1C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73BC-40F4-406E-9B91-2784B2C3924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1C09-E31A-4882-A550-6261B45B4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BD157-8C92-1325-9D04-BBB399A68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F18D7-4607-4C1D-9109-D6D4F2D85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8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7759">
              <a:srgbClr val="BDD7EA"/>
            </a:gs>
            <a:gs pos="20000">
              <a:schemeClr val="accent1">
                <a:lumMod val="40000"/>
                <a:lumOff val="60000"/>
              </a:schemeClr>
            </a:gs>
            <a:gs pos="53132">
              <a:srgbClr val="C4E5EC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14C2-8B02-70EA-DDCF-4C9A77492C6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68258"/>
            <a:ext cx="8628063" cy="1081087"/>
          </a:xfrm>
        </p:spPr>
        <p:txBody>
          <a:bodyPr>
            <a:normAutofit/>
          </a:bodyPr>
          <a:lstStyle/>
          <a:p>
            <a:r>
              <a:rPr lang="en-US" sz="6600" b="1" i="1" dirty="0"/>
              <a:t>CFP C- Code Presentation</a:t>
            </a:r>
            <a:endParaRPr lang="en-IN" sz="6600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82ED7-6622-D535-4B4E-413995B8EE00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-126124" y="1986455"/>
            <a:ext cx="10488613" cy="2885089"/>
          </a:xfrm>
        </p:spPr>
        <p:txBody>
          <a:bodyPr>
            <a:normAutofit/>
          </a:bodyPr>
          <a:lstStyle/>
          <a:p>
            <a:r>
              <a:rPr lang="en-US" sz="3600" b="1" dirty="0"/>
              <a:t>“Character Classification Using If-Else in C”</a:t>
            </a:r>
          </a:p>
          <a:p>
            <a:endParaRPr lang="en-IN" sz="3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DFA138-7955-45F4-9381-7538F30FED27}"/>
              </a:ext>
            </a:extLst>
          </p:cNvPr>
          <p:cNvSpPr txBox="1"/>
          <p:nvPr/>
        </p:nvSpPr>
        <p:spPr>
          <a:xfrm>
            <a:off x="105104" y="2890344"/>
            <a:ext cx="94172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An if–else statement is a decision-making structure in C that allows a program to choose between two actions.</a:t>
            </a:r>
          </a:p>
          <a:p>
            <a:r>
              <a:rPr lang="en-US" sz="2800" b="1" dirty="0"/>
              <a:t>The if part runs when a condition is true.</a:t>
            </a:r>
          </a:p>
          <a:p>
            <a:r>
              <a:rPr lang="en-US" sz="2800" b="1" dirty="0"/>
              <a:t>The else part runs when the condition is false.</a:t>
            </a:r>
          </a:p>
          <a:p>
            <a:r>
              <a:rPr lang="en-US" sz="2800" b="1" dirty="0"/>
              <a:t>It helps the program make choices and execute different code based on conditions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27EBC9CA-B59F-298D-BD3E-36509C52F013}"/>
              </a:ext>
            </a:extLst>
          </p:cNvPr>
          <p:cNvSpPr/>
          <p:nvPr/>
        </p:nvSpPr>
        <p:spPr>
          <a:xfrm>
            <a:off x="8324258" y="630088"/>
            <a:ext cx="3752128" cy="1482944"/>
          </a:xfrm>
          <a:prstGeom prst="hexago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/>
              <a:t>Sakshi Ranode</a:t>
            </a:r>
          </a:p>
          <a:p>
            <a:pPr algn="ctr"/>
            <a:r>
              <a:rPr lang="en-US" sz="2800" i="1" dirty="0"/>
              <a:t>Roll No=25</a:t>
            </a:r>
          </a:p>
          <a:p>
            <a:pPr algn="ctr"/>
            <a:r>
              <a:rPr lang="en-US" sz="2800" i="1" dirty="0"/>
              <a:t>Batch=L-2</a:t>
            </a:r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737204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9D8083-CEBF-0223-F7FE-8616EE799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760"/>
            <a:ext cx="10566746" cy="35630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CBB05E-315C-B961-78BD-31309E83E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8" y="2559947"/>
            <a:ext cx="5883150" cy="42980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5E8F96-7C35-75F6-A72E-C2B12EE60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328" y="1613339"/>
            <a:ext cx="2517866" cy="8596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AE6444-5B1E-C3DF-874A-73A43562B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818" y="4997751"/>
            <a:ext cx="1115665" cy="4938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94FD1D-36EB-4721-9126-3CB236EDC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491" y="4161086"/>
            <a:ext cx="603556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9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18228-3156-CC6D-D8DC-A03438EF89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4155D-07A0-F115-F65C-5A2918CAD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4268" y="1"/>
            <a:ext cx="13650012" cy="8041064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algn="l"/>
            <a:r>
              <a:rPr lang="en-IN" dirty="0"/>
              <a:t>int main() {</a:t>
            </a:r>
          </a:p>
          <a:p>
            <a:pPr algn="l"/>
            <a:r>
              <a:rPr lang="en-IN" dirty="0"/>
              <a:t>    char </a:t>
            </a:r>
            <a:r>
              <a:rPr lang="en-IN" dirty="0" err="1"/>
              <a:t>ch</a:t>
            </a:r>
            <a:r>
              <a:rPr lang="en-IN" dirty="0"/>
              <a:t> ;</a:t>
            </a:r>
          </a:p>
          <a:p>
            <a:pPr algn="l"/>
            <a:r>
              <a:rPr lang="en-IN" dirty="0"/>
              <a:t>     </a:t>
            </a:r>
            <a:r>
              <a:rPr lang="en-IN" dirty="0" err="1"/>
              <a:t>printf</a:t>
            </a:r>
            <a:r>
              <a:rPr lang="en-IN" dirty="0"/>
              <a:t>(“Enter an alphabet:”);</a:t>
            </a:r>
          </a:p>
          <a:p>
            <a:pPr algn="l"/>
            <a:r>
              <a:rPr lang="en-IN" dirty="0"/>
              <a:t>     </a:t>
            </a:r>
            <a:r>
              <a:rPr lang="en-IN" dirty="0" err="1"/>
              <a:t>scanf</a:t>
            </a:r>
            <a:r>
              <a:rPr lang="en-IN" dirty="0"/>
              <a:t>(“%c”,&amp;</a:t>
            </a:r>
            <a:r>
              <a:rPr lang="en-IN" dirty="0" err="1"/>
              <a:t>ch</a:t>
            </a:r>
            <a:r>
              <a:rPr lang="en-IN" dirty="0"/>
              <a:t>);</a:t>
            </a:r>
          </a:p>
          <a:p>
            <a:pPr algn="l"/>
            <a:endParaRPr lang="en-IN" dirty="0"/>
          </a:p>
          <a:p>
            <a:pPr algn="l"/>
            <a:r>
              <a:rPr lang="en-IN" dirty="0"/>
              <a:t>    if (</a:t>
            </a:r>
            <a:r>
              <a:rPr lang="en-IN" dirty="0" err="1"/>
              <a:t>ch</a:t>
            </a:r>
            <a:r>
              <a:rPr lang="en-IN" dirty="0"/>
              <a:t>=='a' || </a:t>
            </a:r>
            <a:r>
              <a:rPr lang="en-IN" dirty="0" err="1"/>
              <a:t>ch</a:t>
            </a:r>
            <a:r>
              <a:rPr lang="en-IN" dirty="0"/>
              <a:t>=='e' || </a:t>
            </a:r>
            <a:r>
              <a:rPr lang="en-IN" dirty="0" err="1"/>
              <a:t>ch</a:t>
            </a:r>
            <a:r>
              <a:rPr lang="en-IN" dirty="0"/>
              <a:t>=='</a:t>
            </a:r>
            <a:r>
              <a:rPr lang="en-IN" dirty="0" err="1"/>
              <a:t>i</a:t>
            </a:r>
            <a:r>
              <a:rPr lang="en-IN" dirty="0"/>
              <a:t>' || </a:t>
            </a:r>
            <a:r>
              <a:rPr lang="en-IN" dirty="0" err="1"/>
              <a:t>ch</a:t>
            </a:r>
            <a:r>
              <a:rPr lang="en-IN" dirty="0"/>
              <a:t>=='o' || </a:t>
            </a:r>
            <a:r>
              <a:rPr lang="en-IN" dirty="0" err="1"/>
              <a:t>ch</a:t>
            </a:r>
            <a:r>
              <a:rPr lang="en-IN" dirty="0"/>
              <a:t>=='u' ||</a:t>
            </a:r>
          </a:p>
          <a:p>
            <a:pPr algn="l"/>
            <a:r>
              <a:rPr lang="en-IN" dirty="0"/>
              <a:t>        </a:t>
            </a:r>
            <a:r>
              <a:rPr lang="en-IN" dirty="0" err="1"/>
              <a:t>ch</a:t>
            </a:r>
            <a:r>
              <a:rPr lang="en-IN" dirty="0"/>
              <a:t>=='A' || </a:t>
            </a:r>
            <a:r>
              <a:rPr lang="en-IN" dirty="0" err="1"/>
              <a:t>ch</a:t>
            </a:r>
            <a:r>
              <a:rPr lang="en-IN" dirty="0"/>
              <a:t>=='E' || </a:t>
            </a:r>
            <a:r>
              <a:rPr lang="en-IN" dirty="0" err="1"/>
              <a:t>ch</a:t>
            </a:r>
            <a:r>
              <a:rPr lang="en-IN" dirty="0"/>
              <a:t>=='I' || </a:t>
            </a:r>
            <a:r>
              <a:rPr lang="en-IN" dirty="0" err="1"/>
              <a:t>ch</a:t>
            </a:r>
            <a:r>
              <a:rPr lang="en-IN" dirty="0"/>
              <a:t>=='O' || </a:t>
            </a:r>
            <a:r>
              <a:rPr lang="en-IN" dirty="0" err="1"/>
              <a:t>ch</a:t>
            </a:r>
            <a:r>
              <a:rPr lang="en-IN" dirty="0"/>
              <a:t>=='U') </a:t>
            </a:r>
          </a:p>
          <a:p>
            <a:pPr algn="l"/>
            <a:r>
              <a:rPr lang="en-IN" dirty="0"/>
              <a:t>    {</a:t>
            </a:r>
          </a:p>
          <a:p>
            <a:pPr algn="l"/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(“ %c is a Vowel\n“,</a:t>
            </a:r>
            <a:r>
              <a:rPr lang="en-IN" dirty="0" err="1"/>
              <a:t>ch</a:t>
            </a:r>
            <a:r>
              <a:rPr lang="en-IN" dirty="0"/>
              <a:t>);</a:t>
            </a:r>
          </a:p>
          <a:p>
            <a:pPr algn="l"/>
            <a:r>
              <a:rPr lang="en-IN" dirty="0"/>
              <a:t>    }</a:t>
            </a:r>
          </a:p>
          <a:p>
            <a:pPr algn="l"/>
            <a:r>
              <a:rPr lang="en-IN" dirty="0"/>
              <a:t>      else {</a:t>
            </a:r>
          </a:p>
          <a:p>
            <a:pPr algn="l"/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(“%c is a Consonant\n“,</a:t>
            </a:r>
            <a:r>
              <a:rPr lang="en-IN" dirty="0" err="1"/>
              <a:t>ch</a:t>
            </a:r>
            <a:r>
              <a:rPr lang="en-IN" dirty="0"/>
              <a:t>);     </a:t>
            </a:r>
          </a:p>
          <a:p>
            <a:pPr algn="l"/>
            <a:r>
              <a:rPr lang="en-IN" dirty="0"/>
              <a:t>    }</a:t>
            </a:r>
          </a:p>
          <a:p>
            <a:pPr algn="l"/>
            <a:r>
              <a:rPr lang="en-IN" dirty="0"/>
              <a:t> return 0;</a:t>
            </a:r>
          </a:p>
          <a:p>
            <a:pPr algn="l"/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28350-84EF-90FF-D343-15406AE78D7A}"/>
              </a:ext>
            </a:extLst>
          </p:cNvPr>
          <p:cNvSpPr txBox="1"/>
          <p:nvPr/>
        </p:nvSpPr>
        <p:spPr>
          <a:xfrm>
            <a:off x="9059918" y="5956765"/>
            <a:ext cx="38152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Enter a character: e</a:t>
            </a:r>
          </a:p>
          <a:p>
            <a:r>
              <a:rPr lang="pt-BR" dirty="0"/>
              <a:t>e is a vowel.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883C04-EC72-7D23-9595-3C9FCDDCE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7851" y="5126899"/>
            <a:ext cx="1664352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6FB86E-19B5-6879-7C1A-A660E6096C15}"/>
              </a:ext>
            </a:extLst>
          </p:cNvPr>
          <p:cNvSpPr txBox="1"/>
          <p:nvPr/>
        </p:nvSpPr>
        <p:spPr>
          <a:xfrm>
            <a:off x="263951" y="480767"/>
            <a:ext cx="887769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Conclusion</a:t>
            </a:r>
            <a:r>
              <a:rPr lang="en-US" dirty="0"/>
              <a:t> :</a:t>
            </a:r>
          </a:p>
          <a:p>
            <a:r>
              <a:rPr lang="en-US" sz="3200" dirty="0"/>
              <a:t>This program checks whether an entered character is a vowel or a consonant using simple conditional statements. It compares the input with all vowel letters and prints the result accordingly, making it an easy and effective demonstration of decision-making in C.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158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134</TotalTime>
  <Words>254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CFP C- Code Presentation</vt:lpstr>
      <vt:lpstr>PowerPoint Presentation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Saksshi Ranode</dc:creator>
  <cp:lastModifiedBy>Saksshi Ranode</cp:lastModifiedBy>
  <cp:revision>4</cp:revision>
  <dcterms:created xsi:type="dcterms:W3CDTF">2025-11-28T14:32:04Z</dcterms:created>
  <dcterms:modified xsi:type="dcterms:W3CDTF">2025-11-29T04:33:19Z</dcterms:modified>
</cp:coreProperties>
</file>